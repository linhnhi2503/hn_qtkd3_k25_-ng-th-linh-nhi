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0"/>
  </p:notesMasterIdLst>
  <p:sldIdLst>
    <p:sldId id="256" r:id="rId5"/>
    <p:sldId id="257" r:id="rId6"/>
    <p:sldId id="259" r:id="rId7"/>
    <p:sldId id="260" r:id="rId8"/>
    <p:sldId id="25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1111" autoAdjust="0"/>
  </p:normalViewPr>
  <p:slideViewPr>
    <p:cSldViewPr snapToGrid="0">
      <p:cViewPr varScale="1">
        <p:scale>
          <a:sx n="75" d="100"/>
          <a:sy n="75" d="100"/>
        </p:scale>
        <p:origin x="91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13FE1C-94F8-4B6D-B5F6-B55EE86F5555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7BA332-A2D6-4023-B5D1-27D1938993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8042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7BA332-A2D6-4023-B5D1-27D1938993E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2537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8077E-719E-3FD5-36D6-376362DFF2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A7ACDF-02D9-AE1F-D5B1-2828A9D96C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675A5B-BD0E-15E5-0F15-0B6E053A1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E6F72-79DB-4152-BEAB-8758C92771D6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891204-270E-DE16-938A-DB4832773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B3830E-6189-9A53-A93F-22230951F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37031-24BF-49F8-9201-067EF34075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196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59FC9-36B7-DC8B-EFA2-50F173D48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F8A61C-307E-0358-FE0F-334F2C4698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08C8E3-7B62-AA84-907D-A4AF5D186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E6F72-79DB-4152-BEAB-8758C92771D6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81966C-3206-5E1D-A47F-86D12F438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53FCB5-8592-821B-0B3F-689E16830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37031-24BF-49F8-9201-067EF34075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082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8DC0F-DE04-4844-2D92-E0E13925D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9A32FA-A28C-7A40-9E31-0E58952775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15D6C1-1800-F490-C9FE-966C3BE5F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E6F72-79DB-4152-BEAB-8758C92771D6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B210C8-36B6-A2B6-E2E2-EB3CF3BC5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1637E0-D052-30BE-8003-4CB30ED24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37031-24BF-49F8-9201-067EF34075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549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D4AD6-AA94-074C-3F65-0A9DE1D26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2A772D-508F-728E-699C-6C158900FA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0C5B3F-430F-034D-58C6-6B198A2ECA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7EA554-95AA-A804-AF0B-519886F7D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E6F72-79DB-4152-BEAB-8758C92771D6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EB59C2-2A3E-C2BA-C50E-F7ECBD36A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4DA61C-F041-1B88-E210-A87054106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37031-24BF-49F8-9201-067EF34075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30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FC433-B0D7-583C-4395-FA1F6C4E8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BC78CB-8CF5-E024-A793-9675096336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EC0C99-2E5A-A13A-621F-17F7FF58BC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9263A4-9274-459D-EA94-3686309219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ED8AF2-843B-8BCA-3378-D9B6951ED4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F0BEC4-6AF4-0953-25B7-793A29990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E6F72-79DB-4152-BEAB-8758C92771D6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44B3FE-FA14-8988-80EE-ADD51A56C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0DFA07-0BB2-3268-D8C3-592FB9CDD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37031-24BF-49F8-9201-067EF34075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3239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B6D49-7739-C641-2EB7-A0794C267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8D4F79-FFDF-3FCF-8392-96204C2E3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E6F72-79DB-4152-BEAB-8758C92771D6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11657A-7CA4-321B-F553-EB9F5D268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4D0A47-760B-59FF-D2EE-C3CE7BD69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37031-24BF-49F8-9201-067EF34075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3907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CA6621-39AB-6856-BDEC-53F79DE99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E6F72-79DB-4152-BEAB-8758C92771D6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2FB7D7-73C6-A902-B9EC-6162D6B07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B8A82F-4260-A1F3-8742-71FDA79B7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37031-24BF-49F8-9201-067EF34075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904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A5D37-5DD1-7D2D-7CEC-09C6B5672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EB0926-7BBB-FF47-05FE-F3C9D35EA2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3E2A1B-325E-3D80-AAF4-1B5712EB13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DBF1C-2946-1CD4-9D0F-912B4BE53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E6F72-79DB-4152-BEAB-8758C92771D6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582385-FE24-C7F4-E85E-6AFCC946B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07F496-E995-A0B6-8E80-8C2B5E9DA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37031-24BF-49F8-9201-067EF34075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189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BE1A4-6C92-6C0E-6B04-ACBC94350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664FF9-23CA-638A-C9B7-65248A06DB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404A9E-4977-74E9-7B67-196D0299CD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11A44B-099C-D63A-4285-FB6BEDF4F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E6F72-79DB-4152-BEAB-8758C92771D6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A27D90-ACE6-EB7A-4178-32B3DA21F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35488A-C672-B2E4-01F7-28F5005FC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37031-24BF-49F8-9201-067EF34075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792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58A95-B551-0217-DE60-46676B988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7013AC-F07A-02A1-1191-2A831C68ED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524504-FDBD-0CBB-FFD9-6F9C78D12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E6F72-79DB-4152-BEAB-8758C92771D6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502B8F-5A9B-2AD9-F2C6-6C0592E7D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5E34B9-4791-852F-1C4B-5F55D1009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37031-24BF-49F8-9201-067EF34075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838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AA96D6-0994-C84B-0342-FE32AC4F83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5AAE79-3746-3E8E-DA2A-8DC1F84D73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886EBE-D151-11F3-229D-F3D6E468D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E6F72-79DB-4152-BEAB-8758C92771D6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9FBF42-7826-7BCE-3C3A-3CA4036D5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8EEBF0-9697-FE30-6B69-91E2D186C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37031-24BF-49F8-9201-067EF34075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5960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AF3C3D-3ED4-9658-1C6B-7E4606F41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686DEC-9849-5043-EF4D-BD2F40C01C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351DEE-8633-A03B-4FC4-6F87D821ED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9E6F72-79DB-4152-BEAB-8758C92771D6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CDD900-4868-FBA4-C17E-C6C62A96E7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8DAD7B-6904-48AE-C18B-95A19127E9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137031-24BF-49F8-9201-067EF34075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0660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3A307-015A-675E-3F5E-5A56BDCA5C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vi-VN" b="1" dirty="0"/>
              <a:t>TỔNG KẾT KHẢO SÁT KẾT QUẢ CÔNG CỤ LẬP TRÌNH</a:t>
            </a:r>
            <a:endParaRPr lang="en-US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C31285-6C5A-7854-1ED2-3D75F38AFF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3048001" y="2865678"/>
            <a:ext cx="5787213" cy="1268416"/>
          </a:xfrm>
        </p:spPr>
        <p:txBody>
          <a:bodyPr/>
          <a:lstStyle/>
          <a:p>
            <a:endParaRPr lang="vi-VN" dirty="0"/>
          </a:p>
          <a:p>
            <a:endParaRPr lang="vi-VN" dirty="0"/>
          </a:p>
          <a:p>
            <a:endParaRPr lang="vi-VN" dirty="0"/>
          </a:p>
          <a:p>
            <a:endParaRPr lang="vi-VN" dirty="0"/>
          </a:p>
          <a:p>
            <a:endParaRPr lang="vi-VN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F482584-D5CB-EEB4-24B6-B532FC55F1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0099" y="3499886"/>
            <a:ext cx="2295525" cy="2931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52B32236-1FE9-17CF-1617-EA4E53921B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074" y="376555"/>
            <a:ext cx="1651767" cy="1651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26356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83F6B-9632-8DAD-B78D-3593CB274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err="1"/>
              <a:t>Mục</a:t>
            </a:r>
            <a:r>
              <a:rPr lang="en-US" b="1" dirty="0"/>
              <a:t> </a:t>
            </a:r>
            <a:r>
              <a:rPr lang="en-US" b="1" dirty="0" err="1"/>
              <a:t>tiêu</a:t>
            </a:r>
            <a:r>
              <a:rPr lang="en-US" b="1" dirty="0"/>
              <a:t> </a:t>
            </a:r>
            <a:r>
              <a:rPr lang="en-US" b="1" dirty="0" err="1"/>
              <a:t>khảo</a:t>
            </a:r>
            <a:r>
              <a:rPr lang="en-US" b="1" dirty="0"/>
              <a:t> </a:t>
            </a:r>
            <a:r>
              <a:rPr lang="en-US" b="1" dirty="0" err="1"/>
              <a:t>sát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BD8F47-905A-54E1-1512-2A17C5A729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/>
              <a:t>Lý do muốn tìm hiểu các công cụ vì muốn vận dụng vào đời sống</a:t>
            </a:r>
          </a:p>
          <a:p>
            <a:r>
              <a:rPr lang="vi-VN" dirty="0"/>
              <a:t>Ứng dụng cho công việc, học tập</a:t>
            </a:r>
          </a:p>
          <a:p>
            <a:r>
              <a:rPr lang="vi-VN" dirty="0"/>
              <a:t>Thời đại ngày càng phát triển cuốn theo đó là sự hiểu biết, khả năng học hỏi của mọi người cần được phát triển hơn</a:t>
            </a:r>
          </a:p>
          <a:p>
            <a:r>
              <a:rPr lang="vi-VN" dirty="0"/>
              <a:t>Phục vụ công việc thực tập cho sinh viên</a:t>
            </a:r>
          </a:p>
          <a:p>
            <a:r>
              <a:rPr lang="vi-VN" dirty="0"/>
              <a:t>Ngôn ngữ giúp thể hiện nhanh các trang tính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46659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727B7-425B-C7F4-ED0E-FA731298E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Thống kê kết quả</a:t>
            </a:r>
            <a:endParaRPr lang="en-US" dirty="0"/>
          </a:p>
        </p:txBody>
      </p:sp>
      <p:pic>
        <p:nvPicPr>
          <p:cNvPr id="3080" name="Picture 8" descr="Cách vẽ biểu đồ tròn đơn giản nhất cho học sinh, sinh viên">
            <a:extLst>
              <a:ext uri="{FF2B5EF4-FFF2-40B4-BE49-F238E27FC236}">
                <a16:creationId xmlns:a16="http://schemas.microsoft.com/office/drawing/2014/main" id="{380D4D10-D013-0CF6-40DD-AF052467E57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0331" y="1463040"/>
            <a:ext cx="4351338" cy="4713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90763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78D1B-26FB-80AF-1370-5D1F2F2440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A3F78D-0DF2-8689-6DA4-B64748E218C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510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2FE4C9-1A03-1F24-A5CD-D69C4A565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pPr fontAlgn="base"/>
            <a:br>
              <a:rPr lang="vi-VN" sz="1600"/>
            </a:br>
            <a:br>
              <a:rPr lang="vi-VN" sz="1600"/>
            </a:br>
            <a:r>
              <a:rPr lang="vi-VN" sz="1600" b="1"/>
              <a:t>Slide 3: Phương pháp thực hiện</a:t>
            </a:r>
            <a:br>
              <a:rPr lang="vi-VN" sz="1600" b="1"/>
            </a:br>
            <a:br>
              <a:rPr lang="vi-VN" sz="1600"/>
            </a:br>
            <a:endParaRPr lang="en-US" sz="1600"/>
          </a:p>
        </p:txBody>
      </p:sp>
      <p:sp>
        <p:nvSpPr>
          <p:cNvPr id="2057" name="Rectangle 2056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164A40-4E9C-151A-2BC4-AF19D2C68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vi-VN" sz="2000"/>
              <a:t>Số liệu khảo sát</a:t>
            </a:r>
          </a:p>
          <a:p>
            <a:pPr marL="0" indent="0">
              <a:buNone/>
            </a:pPr>
            <a:endParaRPr lang="en-US" sz="2000"/>
          </a:p>
        </p:txBody>
      </p:sp>
      <p:pic>
        <p:nvPicPr>
          <p:cNvPr id="2050" name="Picture 2" descr="10 công cụ khảo sát trực tuyến phổ biến nhất">
            <a:extLst>
              <a:ext uri="{FF2B5EF4-FFF2-40B4-BE49-F238E27FC236}">
                <a16:creationId xmlns:a16="http://schemas.microsoft.com/office/drawing/2014/main" id="{F5E039F4-4B5B-9B7F-11FF-746A696E90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911532" y="3053808"/>
            <a:ext cx="5150277" cy="2575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61" name="Rectangle 2060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8392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F2AD55A7D9F0349A585192417561F61" ma:contentTypeVersion="6" ma:contentTypeDescription="Create a new document." ma:contentTypeScope="" ma:versionID="fa6ab5b5da8f957efbc3ecb22320b0c5">
  <xsd:schema xmlns:xsd="http://www.w3.org/2001/XMLSchema" xmlns:xs="http://www.w3.org/2001/XMLSchema" xmlns:p="http://schemas.microsoft.com/office/2006/metadata/properties" xmlns:ns3="4fb42257-9694-4006-9234-500245827a55" targetNamespace="http://schemas.microsoft.com/office/2006/metadata/properties" ma:root="true" ma:fieldsID="46e9aaa4380921f6f340b58f940d33c5" ns3:_="">
    <xsd:import namespace="4fb42257-9694-4006-9234-500245827a55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fb42257-9694-4006-9234-500245827a55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BillingMetadata" ma:index="1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fb42257-9694-4006-9234-500245827a55" xsi:nil="true"/>
  </documentManagement>
</p:properties>
</file>

<file path=customXml/itemProps1.xml><?xml version="1.0" encoding="utf-8"?>
<ds:datastoreItem xmlns:ds="http://schemas.openxmlformats.org/officeDocument/2006/customXml" ds:itemID="{EDB1EE37-CCCB-4B62-BFF8-C2D07BEFA0F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fb42257-9694-4006-9234-500245827a5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3B07C15-5C68-47B7-9EC0-96045534207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6726867-34C1-45E9-89B6-A61B67B9ED6E}">
  <ds:schemaRefs>
    <ds:schemaRef ds:uri="http://www.w3.org/XML/1998/namespace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purl.org/dc/elements/1.1/"/>
    <ds:schemaRef ds:uri="4fb42257-9694-4006-9234-500245827a55"/>
    <ds:schemaRef ds:uri="http://schemas.microsoft.com/office/2006/metadata/properties"/>
    <ds:schemaRef ds:uri="http://schemas.microsoft.com/office/infopath/2007/PartnerControl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102</Words>
  <Application>Microsoft Office PowerPoint</Application>
  <PresentationFormat>Widescreen</PresentationFormat>
  <Paragraphs>14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TỔNG KẾT KHẢO SÁT KẾT QUẢ CÔNG CỤ LẬP TRÌNH</vt:lpstr>
      <vt:lpstr>Mục tiêu khảo sát </vt:lpstr>
      <vt:lpstr>Thống kê kết quả</vt:lpstr>
      <vt:lpstr>PowerPoint Presentation</vt:lpstr>
      <vt:lpstr>  Slide 3: Phương pháp thực hiện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Dang Thi Linh Nhi D25QT02</dc:creator>
  <cp:lastModifiedBy>Dang Thi Linh Nhi D25QT02</cp:lastModifiedBy>
  <cp:revision>1</cp:revision>
  <dcterms:created xsi:type="dcterms:W3CDTF">2025-11-27T02:45:09Z</dcterms:created>
  <dcterms:modified xsi:type="dcterms:W3CDTF">2025-11-27T03:13:43Z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0x010100AF2AD55A7D9F0349A585192417561F61</vt:lpwstr>
  </property>
</Properties>
</file>